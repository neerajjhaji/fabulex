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Digital Marketing &amp; Lead Generation for Fab Luxe. Four pillars — Attract, Capture, Convert, Measure. Inside: services, approach, delivery model, 90-day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end-to-end funnel from traffic sources to conversion, via campaign &amp; product landing pages. Objective panel on the right; services strip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nine services with the concrete deliverable for each — SEO, SEM, SMO/SMM, website, campaign landing pages, lead capture &amp; routing, email &amp; WhatsApp, creative, analytics.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our approach (full-funnel, data-led, conversion-focused, always optimizing), our delivery model (dedicated pod, weekly sprints, transparent reporting, tools, single POC, monthly review), and a clean You-provide / We-deliver split between One Global/Fab Luxe and the Digital Marketing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fast-ramp timeline. Week 1 Plan &amp; Foundation; Week 2 Launch &amp; Scale (scale-up pulled forward into the launch week to cut time-to-scale); Week 3+ Generate &amp; Optimize continuously; then Ongoing — Stay Market-Ready, adjusting to real-estate cost shifts and attracting customers consistently. KPIs tracked weekly: traffic, leads, qualified leads, CPL, conversion rate, revenue, ROI.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548640"/>
            <a:ext cx="4937760" cy="76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  ·  LEAD GENERATION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Marketing &amp;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Generation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attract, capture, qualify and convert — turning digital visibility into measurable, qualified business for Fab Luxe.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Attract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· SEM · Social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35858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10178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2" name="Text 10"/>
          <p:cNvSpPr/>
          <p:nvPr/>
        </p:nvSpPr>
        <p:spPr>
          <a:xfrm>
            <a:off x="3938778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10178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· WhatsApp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1636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5956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6" name="Text 14"/>
          <p:cNvSpPr/>
          <p:nvPr/>
        </p:nvSpPr>
        <p:spPr>
          <a:xfrm>
            <a:off x="6734556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05956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· Assign · Follow-up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27414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1734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0" name="Text 18"/>
          <p:cNvSpPr/>
          <p:nvPr/>
        </p:nvSpPr>
        <p:spPr>
          <a:xfrm>
            <a:off x="9530334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301734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CPL · ROI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  </a:t>
            </a:r>
            <a:pPr indent="0" marL="0">
              <a:buNone/>
            </a:pPr>
            <a:r>
              <a:rPr lang="en-US" sz="1150" spc="1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·  Our Approach  ·  Delivery Model  ·  Fast-Ramp Timeline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1E2530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DO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Lead-Generation Funnel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digital visibility, generate qualified leads, and convert them into measurable business.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7240" y="1627632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262E3A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62763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· SEO · SEM · Social Media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03320" y="20848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74420" y="2203704"/>
            <a:ext cx="553212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74420" y="220370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&amp; Product Landing Pages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03320" y="266090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2779776"/>
            <a:ext cx="493776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· WhatsApp · Call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03320" y="323697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68780" y="3355848"/>
            <a:ext cx="434340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668780" y="33558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Qualification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381304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965960" y="3931920"/>
            <a:ext cx="374904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96596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Team Assignment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63140" y="4507992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263140" y="45079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03320" y="496519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0" y="5084064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A15B"/>
          </a:solidFill>
          <a:ln/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560320" y="5084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52360" y="1627632"/>
            <a:ext cx="4096512" cy="3986784"/>
          </a:xfrm>
          <a:prstGeom prst="roundRect">
            <a:avLst>
              <a:gd name="adj" fmla="val 1835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772400" y="182880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2286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65592" y="2249424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&amp; get found across search + social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0" y="32186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165592" y="3182112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Leads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Capture, route &amp; qualify real buyers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0" y="4151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65592" y="411480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 sales → close → revenue &amp; ROI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0" y="5138928"/>
            <a:ext cx="3456432" cy="0"/>
          </a:xfrm>
          <a:prstGeom prst="line">
            <a:avLst/>
          </a:prstGeom>
          <a:noFill/>
          <a:ln w="12700">
            <a:solidFill>
              <a:srgbClr val="262E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0" y="5230368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tracked &amp; reported.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870448"/>
            <a:ext cx="10908792" cy="548640"/>
          </a:xfrm>
          <a:prstGeom prst="roundRect">
            <a:avLst>
              <a:gd name="adj" fmla="val 13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5870448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 </a:t>
            </a:r>
            <a:pPr algn="ctr" indent="0" marL="0">
              <a:buNone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· SMO · SEM · SMM · Website · Landing Pages · Lead Capture &amp; Routing · Email &amp; WhatsApp · Social &amp; Paid Boosting · Graphics / Video / Content · Analytics &amp; Reporting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SERVICES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Deliver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SEO &amp; Local SEO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organic + Google Maps rankings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3024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7344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12" name="Text 10"/>
          <p:cNvSpPr/>
          <p:nvPr/>
        </p:nvSpPr>
        <p:spPr>
          <a:xfrm>
            <a:off x="4657344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1704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· Google Ads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75632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 paid leads, fast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25968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00288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17" name="Text 15"/>
          <p:cNvSpPr/>
          <p:nvPr/>
        </p:nvSpPr>
        <p:spPr>
          <a:xfrm>
            <a:off x="840028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94648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 / SMM · Boosting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8576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growth + paid amplification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08760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Design &amp; Mgmt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32688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global, conversion-ready site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3024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57344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27" name="Text 25"/>
          <p:cNvSpPr/>
          <p:nvPr/>
        </p:nvSpPr>
        <p:spPr>
          <a:xfrm>
            <a:off x="4657344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51704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Landing Pages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675632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High-converting pages · WhatsApp / Call CTAs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25968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00288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32" name="Text 30"/>
          <p:cNvSpPr/>
          <p:nvPr/>
        </p:nvSpPr>
        <p:spPr>
          <a:xfrm>
            <a:off x="8400288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994648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Capture &amp; Routing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418576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→ CRM → sales assignment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4400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508760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&amp; WhatsApp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32688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nurture &amp; broadcasts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383024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57344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42" name="Text 40"/>
          <p:cNvSpPr/>
          <p:nvPr/>
        </p:nvSpPr>
        <p:spPr>
          <a:xfrm>
            <a:off x="4657344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251704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Graphics · Video · Content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4675632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Scroll-stopping creative &amp; posts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125968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400288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6A15B"/>
          </a:solidFill>
          <a:ln/>
        </p:spPr>
      </p:sp>
      <p:sp>
        <p:nvSpPr>
          <p:cNvPr id="47" name="Text 45"/>
          <p:cNvSpPr/>
          <p:nvPr/>
        </p:nvSpPr>
        <p:spPr>
          <a:xfrm>
            <a:off x="8400288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994648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&amp; Reporting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418576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tracking &amp; ROI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 &amp; Delivery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46504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1115568" y="16733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Full-Funnel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07568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 from click to close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0" y="150876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096512" y="1746504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4315968" y="16733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Data-Led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207568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from analytics, tracking &amp; CPL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08376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24612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3172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Conversion-Focused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7530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&amp; CTAs built to convert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40480" y="3008376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96512" y="324612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172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Optimizing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0" y="357530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tests — scale what works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508760"/>
            <a:ext cx="4416552" cy="2999232"/>
          </a:xfrm>
          <a:prstGeom prst="roundRect">
            <a:avLst>
              <a:gd name="adj" fmla="val 2439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52360" y="169164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DELIVER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98080" y="2103120"/>
            <a:ext cx="3730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marketing pod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weekly sprints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weekly reporting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tools &amp; tracking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performance review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5271516" cy="1481328"/>
          </a:xfrm>
          <a:prstGeom prst="roundRect">
            <a:avLst>
              <a:gd name="adj" fmla="val 4938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491947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Provide   </a:t>
            </a:r>
            <a:pPr indent="0" marL="0">
              <a:buNone/>
            </a:pPr>
            <a:r>
              <a:rPr lang="en-US" sz="1050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Global · Fab Luxe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976" y="5321808"/>
            <a:ext cx="25443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assets &amp; guidelines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info &amp; content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12998" y="5321808"/>
            <a:ext cx="23157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team to close leads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approvals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77356" y="4754880"/>
            <a:ext cx="5271516" cy="1481328"/>
          </a:xfrm>
          <a:prstGeom prst="roundRect">
            <a:avLst>
              <a:gd name="adj" fmla="val 4938"/>
            </a:avLst>
          </a:prstGeom>
          <a:solidFill>
            <a:srgbClr val="0E1116"/>
          </a:solidFill>
          <a:ln/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51676" y="491947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Deliver   </a:t>
            </a:r>
            <a:pPr indent="0" marL="0">
              <a:buNone/>
            </a:pPr>
            <a:r>
              <a:rPr lang="en-US" sz="1050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 Team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88252" y="5321808"/>
            <a:ext cx="25443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+ full-channel execution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creative &amp; landing pages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50274" y="5321808"/>
            <a:ext cx="23157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capture, routing &amp; CRM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optimization &amp; reporting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FAST-RAMP ROLLOUT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&amp; KPIs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883664" y="1719072"/>
            <a:ext cx="8421624" cy="0"/>
          </a:xfrm>
          <a:prstGeom prst="line">
            <a:avLst/>
          </a:prstGeom>
          <a:noFill/>
          <a:ln w="25400">
            <a:solidFill>
              <a:srgbClr val="E4E0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91056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&amp; Foundation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96112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 &amp; audit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&amp; keyword research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&amp; market mapping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Lead-routing design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MoU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98264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98264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447288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75888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75888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&amp; Scale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703320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landing pages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tracking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live: SEO/SEM/SMM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winning pages fast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channels &amp; budgets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05472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05472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254496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83096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83096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&amp; Optimize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10528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lead generation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&amp; assign leads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optimization &amp; A/B tests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CPL, QL &amp; ROI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012680" y="1426464"/>
            <a:ext cx="585216" cy="585216"/>
          </a:xfrm>
          <a:prstGeom prst="ellipse">
            <a:avLst/>
          </a:prstGeom>
          <a:solidFill>
            <a:srgbClr val="C6A1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12680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061704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90304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0304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Market-Ready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317736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to real-estate cost shifts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CPL efficient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 customers consistently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what works, cut the rest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2688" y="55046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KPIs   </a:t>
            </a:r>
            <a:pPr indent="0" marL="0">
              <a:buNone/>
            </a:pPr>
            <a:r>
              <a:rPr lang="en-US" sz="10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&amp; reported weekly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218073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4" name="Text 32"/>
          <p:cNvSpPr/>
          <p:nvPr/>
        </p:nvSpPr>
        <p:spPr>
          <a:xfrm>
            <a:off x="2254649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796066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6" name="Text 34"/>
          <p:cNvSpPr/>
          <p:nvPr/>
        </p:nvSpPr>
        <p:spPr>
          <a:xfrm>
            <a:off x="3832642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Leads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74059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8" name="Text 36"/>
          <p:cNvSpPr/>
          <p:nvPr/>
        </p:nvSpPr>
        <p:spPr>
          <a:xfrm>
            <a:off x="5410635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952053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40" name="Text 38"/>
          <p:cNvSpPr/>
          <p:nvPr/>
        </p:nvSpPr>
        <p:spPr>
          <a:xfrm>
            <a:off x="6988629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530046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C6A15B"/>
          </a:solidFill>
          <a:ln/>
        </p:spPr>
      </p:sp>
      <p:sp>
        <p:nvSpPr>
          <p:cNvPr id="42" name="Text 40"/>
          <p:cNvSpPr/>
          <p:nvPr/>
        </p:nvSpPr>
        <p:spPr>
          <a:xfrm>
            <a:off x="8566622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108039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C6A15B"/>
          </a:solidFill>
          <a:ln/>
        </p:spPr>
      </p:sp>
      <p:sp>
        <p:nvSpPr>
          <p:cNvPr id="44" name="Text 42"/>
          <p:cNvSpPr/>
          <p:nvPr/>
        </p:nvSpPr>
        <p:spPr>
          <a:xfrm>
            <a:off x="10144615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 Luxe — Digital Marketing &amp; Lead Generation Strategy</dc:title>
  <dc:subject>PptxGenJS Presentation</dc:subject>
  <dc:creator>Fab Luxe</dc:creator>
  <cp:lastModifiedBy>Fab Luxe</cp:lastModifiedBy>
  <cp:revision>1</cp:revision>
  <dcterms:created xsi:type="dcterms:W3CDTF">2026-08-20T18:04:39Z</dcterms:created>
  <dcterms:modified xsi:type="dcterms:W3CDTF">2026-08-20T18:04:39Z</dcterms:modified>
</cp:coreProperties>
</file>