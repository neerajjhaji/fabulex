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Cover: Digital Marketing &amp; Lead Generation for Fab Luxe. Four pillars — Attract, Capture, Convert, Measure. Inside: services, approach, delivery model, 90-day timeline.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end-to-end funnel from traffic sources to conversion, via authorized dealer/location landing pages. Objective panel on the right; services strip at the bottom.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3: nine services with the concrete deliverable for each — SEO, SEM, SMO/SMM, website, dealer/location landing pages, lead capture &amp; routing, email &amp; WhatsApp, creative, analytics.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4: our approach (full-funnel, data-led, authorized &amp; on-brand, always optimizing), our delivery model (dedicated pod, weekly sprints, transparent reporting, tools, single POC, monthly review), and a clean You-provide / We-deliver split between One Global/Fab Luxe and the Digital Marketing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5: 90-day timeline — Plan &amp; Foundation (wk 1-2), Build &amp; Launch (wk 3-4), Generate &amp; Optimize (wk 5-8), Scale (wk 9-12), then ongoing growth. KPIs tracked weekly: traffic, leads, qualified leads, CPL, conversion rate, revenue, ROI.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63840" y="-548640"/>
            <a:ext cx="4937760" cy="76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</a:t>
            </a:r>
            <a:endParaRPr lang="en-US" sz="300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MARKETING  ·  LEAD GENERATION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Marketing &amp;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Generation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36118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attract, capture, qualify and convert — turning digital visibility into measurable, qualified business for Fab Luxe.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4526280"/>
            <a:ext cx="2521458" cy="1097280"/>
          </a:xfrm>
          <a:prstGeom prst="roundRect">
            <a:avLst>
              <a:gd name="adj" fmla="val 6667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773168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4681728"/>
            <a:ext cx="18813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Attract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5102352"/>
            <a:ext cx="201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· SEM · Social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35858" y="4526280"/>
            <a:ext cx="2521458" cy="1097280"/>
          </a:xfrm>
          <a:prstGeom prst="roundRect">
            <a:avLst>
              <a:gd name="adj" fmla="val 6667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10178" y="4773168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12" name="Text 10"/>
          <p:cNvSpPr/>
          <p:nvPr/>
        </p:nvSpPr>
        <p:spPr>
          <a:xfrm>
            <a:off x="3938778" y="4681728"/>
            <a:ext cx="18813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Capture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710178" y="5102352"/>
            <a:ext cx="201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pages · WhatsApp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31636" y="4526280"/>
            <a:ext cx="2521458" cy="1097280"/>
          </a:xfrm>
          <a:prstGeom prst="roundRect">
            <a:avLst>
              <a:gd name="adj" fmla="val 6667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05956" y="4773168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16" name="Text 14"/>
          <p:cNvSpPr/>
          <p:nvPr/>
        </p:nvSpPr>
        <p:spPr>
          <a:xfrm>
            <a:off x="6734556" y="4681728"/>
            <a:ext cx="18813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505956" y="5102352"/>
            <a:ext cx="201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Qualify · Assign · Follow-up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027414" y="4526280"/>
            <a:ext cx="2521458" cy="1097280"/>
          </a:xfrm>
          <a:prstGeom prst="roundRect">
            <a:avLst>
              <a:gd name="adj" fmla="val 6667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01734" y="4773168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20" name="Text 18"/>
          <p:cNvSpPr/>
          <p:nvPr/>
        </p:nvSpPr>
        <p:spPr>
          <a:xfrm>
            <a:off x="9530334" y="4681728"/>
            <a:ext cx="18813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301734" y="5102352"/>
            <a:ext cx="201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· CPL · ROI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59893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  </a:t>
            </a:r>
            <a:pPr indent="0" marL="0">
              <a:buNone/>
            </a:pPr>
            <a:r>
              <a:rPr lang="en-US" sz="1150" spc="100" kern="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 ·  Our Approach  ·  Delivery Model  ·  90-Day Timeline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1091672" y="310896"/>
            <a:ext cx="457200" cy="457200"/>
          </a:xfrm>
          <a:prstGeom prst="ellipse">
            <a:avLst/>
          </a:prstGeom>
          <a:solidFill>
            <a:srgbClr val="1E2530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091672" y="310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171432" y="3108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8622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DO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8897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Lead-Generation Funnel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32688" y="1097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digital visibility, generate qualified leads, and convert them into measurable business.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77240" y="1627632"/>
            <a:ext cx="6126480" cy="457200"/>
          </a:xfrm>
          <a:prstGeom prst="roundRect">
            <a:avLst>
              <a:gd name="adj" fmla="val 12000"/>
            </a:avLst>
          </a:prstGeom>
          <a:solidFill>
            <a:srgbClr val="262E3A"/>
          </a:solidFill>
          <a:ln w="12700">
            <a:solidFill>
              <a:srgbClr val="262E3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627632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· SEO · SEM · Social Media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703320" y="2084832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74420" y="2203704"/>
            <a:ext cx="5532120" cy="457200"/>
          </a:xfrm>
          <a:prstGeom prst="roundRect">
            <a:avLst>
              <a:gd name="adj" fmla="val 12000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74420" y="2203704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Authorized Dealer / Location Landing Pages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703320" y="2660904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371600" y="2779776"/>
            <a:ext cx="4937760" cy="457200"/>
          </a:xfrm>
          <a:prstGeom prst="roundRect">
            <a:avLst>
              <a:gd name="adj" fmla="val 12000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371600" y="277977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Enquiry · WhatsApp · Call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703320" y="3236976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668780" y="3355848"/>
            <a:ext cx="4343400" cy="457200"/>
          </a:xfrm>
          <a:prstGeom prst="roundRect">
            <a:avLst>
              <a:gd name="adj" fmla="val 12000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668780" y="335584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Qualification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703320" y="3813048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965960" y="3931920"/>
            <a:ext cx="3749040" cy="457200"/>
          </a:xfrm>
          <a:prstGeom prst="roundRect">
            <a:avLst>
              <a:gd name="adj" fmla="val 12000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4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965960" y="39319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Dealer / Sales Assignment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03320" y="4389120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263140" y="4507992"/>
            <a:ext cx="3154680" cy="457200"/>
          </a:xfrm>
          <a:prstGeom prst="roundRect">
            <a:avLst>
              <a:gd name="adj" fmla="val 12000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4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263140" y="4507992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703320" y="4965192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560320" y="5084064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C6A15B"/>
          </a:solidFill>
          <a:ln/>
          <a:effectLst>
            <a:outerShdw sx="100000" sy="100000" kx="0" ky="0" algn="bl" rotWithShape="0" blurRad="63500" dist="25400" dir="5400000">
              <a:srgbClr val="000000">
                <a:alpha val="14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2560320" y="508406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452360" y="1627632"/>
            <a:ext cx="4096512" cy="3986784"/>
          </a:xfrm>
          <a:prstGeom prst="roundRect">
            <a:avLst>
              <a:gd name="adj" fmla="val 1835"/>
            </a:avLst>
          </a:prstGeom>
          <a:solidFill>
            <a:srgbClr val="0E1116"/>
          </a:solidFill>
          <a:ln/>
          <a:effectLst>
            <a:outerShdw sx="100000" sy="100000" kx="0" ky="0" algn="bl" rotWithShape="0" blurRad="101600" dist="38100" dir="5400000">
              <a:srgbClr val="000000">
                <a:alpha val="2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772400" y="1828800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772400" y="22860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165592" y="2249424"/>
            <a:ext cx="3090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</a:t>
            </a:r>
            <a:endParaRPr lang="en-US" sz="14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&amp; get found across search + social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772400" y="32186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165592" y="3182112"/>
            <a:ext cx="3090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Leads</a:t>
            </a:r>
            <a:endParaRPr lang="en-US" sz="14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Capture, route &amp; qualify real buyers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772400" y="415137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165592" y="4114800"/>
            <a:ext cx="3090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14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to dealers → close → revenue &amp; ROI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772400" y="5138928"/>
            <a:ext cx="3456432" cy="0"/>
          </a:xfrm>
          <a:prstGeom prst="line">
            <a:avLst/>
          </a:prstGeom>
          <a:noFill/>
          <a:ln w="12700">
            <a:solidFill>
              <a:srgbClr val="262E3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0" y="5230368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tracked &amp; reported.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0080" y="5870448"/>
            <a:ext cx="10908792" cy="548640"/>
          </a:xfrm>
          <a:prstGeom prst="roundRect">
            <a:avLst>
              <a:gd name="adj" fmla="val 13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5870448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  </a:t>
            </a:r>
            <a:pPr algn="ctr" indent="0" marL="0">
              <a:buNone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· SMO · SEM · SMM · Website · Landing Pages · Lead Capture &amp; Routing · Email &amp; WhatsApp · Social &amp; Paid Boosting · Graphics / Video / Content · Analytics &amp; Reporting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10908792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 · Digital Marketing &amp; Lead Generation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1091672" y="310896"/>
            <a:ext cx="457200" cy="457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091672" y="310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</a:t>
            </a:r>
            <a:endParaRPr lang="en-US" sz="1700" dirty="0"/>
          </a:p>
        </p:txBody>
      </p:sp>
      <p:sp>
        <p:nvSpPr>
          <p:cNvPr id="42" name="Text 40"/>
          <p:cNvSpPr/>
          <p:nvPr/>
        </p:nvSpPr>
        <p:spPr>
          <a:xfrm>
            <a:off x="9171432" y="3108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8622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SERVICES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8897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Deliver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72768"/>
            <a:ext cx="3422904" cy="1371600"/>
          </a:xfrm>
          <a:prstGeom prst="roundRect">
            <a:avLst>
              <a:gd name="adj" fmla="val 5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18653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1E24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65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08760" y="1810512"/>
            <a:ext cx="2325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SEO &amp; Local SEO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32688" y="2441448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organic + Google Maps rankings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3024" y="1572768"/>
            <a:ext cx="3422904" cy="1371600"/>
          </a:xfrm>
          <a:prstGeom prst="roundRect">
            <a:avLst>
              <a:gd name="adj" fmla="val 5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57344" y="18653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1E24"/>
          </a:solidFill>
          <a:ln/>
        </p:spPr>
      </p:sp>
      <p:sp>
        <p:nvSpPr>
          <p:cNvPr id="12" name="Text 10"/>
          <p:cNvSpPr/>
          <p:nvPr/>
        </p:nvSpPr>
        <p:spPr>
          <a:xfrm>
            <a:off x="4657344" y="1865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251704" y="1810512"/>
            <a:ext cx="2325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· Google Ads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675632" y="2441448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High-intent paid leads, fast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25968" y="1572768"/>
            <a:ext cx="3422904" cy="1371600"/>
          </a:xfrm>
          <a:prstGeom prst="roundRect">
            <a:avLst>
              <a:gd name="adj" fmla="val 5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00288" y="18653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1E24"/>
          </a:solidFill>
          <a:ln/>
        </p:spPr>
      </p:sp>
      <p:sp>
        <p:nvSpPr>
          <p:cNvPr id="17" name="Text 15"/>
          <p:cNvSpPr/>
          <p:nvPr/>
        </p:nvSpPr>
        <p:spPr>
          <a:xfrm>
            <a:off x="8400288" y="1865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994648" y="1810512"/>
            <a:ext cx="2325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 / SMM · Boosting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418576" y="2441448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growth + paid amplification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3200400"/>
            <a:ext cx="3422904" cy="1371600"/>
          </a:xfrm>
          <a:prstGeom prst="roundRect">
            <a:avLst>
              <a:gd name="adj" fmla="val 5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14400" y="34930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1E24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508760" y="3438144"/>
            <a:ext cx="2325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Website Design &amp; Mgmt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932688" y="4069080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global, conversion-ready site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3024" y="3200400"/>
            <a:ext cx="3422904" cy="1371600"/>
          </a:xfrm>
          <a:prstGeom prst="roundRect">
            <a:avLst>
              <a:gd name="adj" fmla="val 5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57344" y="34930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1E24"/>
          </a:solidFill>
          <a:ln/>
        </p:spPr>
      </p:sp>
      <p:sp>
        <p:nvSpPr>
          <p:cNvPr id="27" name="Text 25"/>
          <p:cNvSpPr/>
          <p:nvPr/>
        </p:nvSpPr>
        <p:spPr>
          <a:xfrm>
            <a:off x="4657344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251704" y="3438144"/>
            <a:ext cx="2325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Dealer / Location Pages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4675632" y="4069080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Authorized pages · WhatsApp / Call CTAs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125968" y="3200400"/>
            <a:ext cx="3422904" cy="1371600"/>
          </a:xfrm>
          <a:prstGeom prst="roundRect">
            <a:avLst>
              <a:gd name="adj" fmla="val 5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400288" y="34930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1E24"/>
          </a:solidFill>
          <a:ln/>
        </p:spPr>
      </p:sp>
      <p:sp>
        <p:nvSpPr>
          <p:cNvPr id="32" name="Text 30"/>
          <p:cNvSpPr/>
          <p:nvPr/>
        </p:nvSpPr>
        <p:spPr>
          <a:xfrm>
            <a:off x="8400288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994648" y="3438144"/>
            <a:ext cx="2325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Capture &amp; Routing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8418576" y="4069080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→ CRM → dealer assignment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" y="4828032"/>
            <a:ext cx="3422904" cy="1371600"/>
          </a:xfrm>
          <a:prstGeom prst="roundRect">
            <a:avLst>
              <a:gd name="adj" fmla="val 5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14400" y="51206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1E24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0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508760" y="5065776"/>
            <a:ext cx="2325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 &amp; WhatsApp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932688" y="569671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nurture &amp; broadcasts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383024" y="4828032"/>
            <a:ext cx="3422904" cy="1371600"/>
          </a:xfrm>
          <a:prstGeom prst="roundRect">
            <a:avLst>
              <a:gd name="adj" fmla="val 5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657344" y="51206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1E24"/>
          </a:solidFill>
          <a:ln/>
        </p:spPr>
      </p:sp>
      <p:sp>
        <p:nvSpPr>
          <p:cNvPr id="42" name="Text 40"/>
          <p:cNvSpPr/>
          <p:nvPr/>
        </p:nvSpPr>
        <p:spPr>
          <a:xfrm>
            <a:off x="4657344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5251704" y="5065776"/>
            <a:ext cx="2325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Graphics · Video · Content</a:t>
            </a:r>
            <a:endParaRPr lang="en-US" sz="1450" dirty="0"/>
          </a:p>
        </p:txBody>
      </p:sp>
      <p:sp>
        <p:nvSpPr>
          <p:cNvPr id="44" name="Text 42"/>
          <p:cNvSpPr/>
          <p:nvPr/>
        </p:nvSpPr>
        <p:spPr>
          <a:xfrm>
            <a:off x="4675632" y="569671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Scroll-stopping creative &amp; posts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8125968" y="4828032"/>
            <a:ext cx="3422904" cy="1371600"/>
          </a:xfrm>
          <a:prstGeom prst="roundRect">
            <a:avLst>
              <a:gd name="adj" fmla="val 5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8400288" y="51206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C6A15B"/>
          </a:solidFill>
          <a:ln/>
        </p:spPr>
      </p:sp>
      <p:sp>
        <p:nvSpPr>
          <p:cNvPr id="47" name="Text 45"/>
          <p:cNvSpPr/>
          <p:nvPr/>
        </p:nvSpPr>
        <p:spPr>
          <a:xfrm>
            <a:off x="8400288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8994648" y="5065776"/>
            <a:ext cx="2325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Analytics &amp; Reporting</a:t>
            </a:r>
            <a:endParaRPr lang="en-US" sz="1450" dirty="0"/>
          </a:p>
        </p:txBody>
      </p:sp>
      <p:sp>
        <p:nvSpPr>
          <p:cNvPr id="49" name="Text 47"/>
          <p:cNvSpPr/>
          <p:nvPr/>
        </p:nvSpPr>
        <p:spPr>
          <a:xfrm>
            <a:off x="8418576" y="569671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Dashboards, tracking &amp; ROI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10908792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 · Digital Marketing &amp; Lead Generation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1091672" y="310896"/>
            <a:ext cx="457200" cy="457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091672" y="310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</a:t>
            </a:r>
            <a:endParaRPr lang="en-US" sz="1700" dirty="0"/>
          </a:p>
        </p:txBody>
      </p:sp>
      <p:sp>
        <p:nvSpPr>
          <p:cNvPr id="54" name="Text 52"/>
          <p:cNvSpPr/>
          <p:nvPr/>
        </p:nvSpPr>
        <p:spPr>
          <a:xfrm>
            <a:off x="9171432" y="3108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8622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8897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Approach &amp; Delivery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08760"/>
            <a:ext cx="2926080" cy="1298448"/>
          </a:xfrm>
          <a:prstGeom prst="roundRect">
            <a:avLst>
              <a:gd name="adj" fmla="val 5634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1746504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7" name="Text 5"/>
          <p:cNvSpPr/>
          <p:nvPr/>
        </p:nvSpPr>
        <p:spPr>
          <a:xfrm>
            <a:off x="1115568" y="16733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Full-Funnel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207568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connected system from click to close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0" y="1508760"/>
            <a:ext cx="2926080" cy="1298448"/>
          </a:xfrm>
          <a:prstGeom prst="roundRect">
            <a:avLst>
              <a:gd name="adj" fmla="val 5634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096512" y="1746504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11" name="Text 9"/>
          <p:cNvSpPr/>
          <p:nvPr/>
        </p:nvSpPr>
        <p:spPr>
          <a:xfrm>
            <a:off x="4315968" y="16733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Data-Led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114800" y="207568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from analytics, tracking &amp; CPL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008376"/>
            <a:ext cx="2926080" cy="1298448"/>
          </a:xfrm>
          <a:prstGeom prst="roundRect">
            <a:avLst>
              <a:gd name="adj" fmla="val 5634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96112" y="3246120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15" name="Text 13"/>
          <p:cNvSpPr/>
          <p:nvPr/>
        </p:nvSpPr>
        <p:spPr>
          <a:xfrm>
            <a:off x="1115568" y="31729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Authorized &amp; On-Brand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3575304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Fab Luxe dealer / location pages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840480" y="3008376"/>
            <a:ext cx="2926080" cy="1298448"/>
          </a:xfrm>
          <a:prstGeom prst="roundRect">
            <a:avLst>
              <a:gd name="adj" fmla="val 5634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096512" y="3246120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19" name="Text 17"/>
          <p:cNvSpPr/>
          <p:nvPr/>
        </p:nvSpPr>
        <p:spPr>
          <a:xfrm>
            <a:off x="4315968" y="31729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Optimizing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114800" y="3575304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tests — scale what works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132320" y="1508760"/>
            <a:ext cx="4416552" cy="2999232"/>
          </a:xfrm>
          <a:prstGeom prst="roundRect">
            <a:avLst>
              <a:gd name="adj" fmla="val 2439"/>
            </a:avLst>
          </a:prstGeom>
          <a:solidFill>
            <a:srgbClr val="0E1116"/>
          </a:solidFill>
          <a:ln/>
          <a:effectLst>
            <a:outerShdw sx="100000" sy="100000" kx="0" ky="0" algn="bl" rotWithShape="0" blurRad="101600" dist="38100" dir="5400000">
              <a:srgbClr val="000000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52360" y="1691640"/>
            <a:ext cx="3776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DELIVER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498080" y="2103120"/>
            <a:ext cx="37307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marketing pod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weekly sprints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weekly reporting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tools &amp; tracking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point of contact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performance review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754880"/>
            <a:ext cx="5271516" cy="1481328"/>
          </a:xfrm>
          <a:prstGeom prst="roundRect">
            <a:avLst>
              <a:gd name="adj" fmla="val 4938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4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4400" y="4919472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Provide   </a:t>
            </a:r>
            <a:pPr indent="0" marL="0">
              <a:buNone/>
            </a:pPr>
            <a:r>
              <a:rPr lang="en-US" sz="1050" i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Global · Fab Luxe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50976" y="5321808"/>
            <a:ext cx="25443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assets &amp; guidelines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info &amp; dealer authorization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12998" y="5321808"/>
            <a:ext cx="23157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team to assign &amp; close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approvals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77356" y="4754880"/>
            <a:ext cx="5271516" cy="1481328"/>
          </a:xfrm>
          <a:prstGeom prst="roundRect">
            <a:avLst>
              <a:gd name="adj" fmla="val 4938"/>
            </a:avLst>
          </a:prstGeom>
          <a:solidFill>
            <a:srgbClr val="0E1116"/>
          </a:solidFill>
          <a:ln/>
          <a:effectLst>
            <a:outerShdw sx="100000" sy="100000" kx="0" ky="0" algn="bl" rotWithShape="0" blurRad="63500" dist="25400" dir="5400000">
              <a:srgbClr val="000000">
                <a:alpha val="14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551676" y="4919472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Deliver   </a:t>
            </a:r>
            <a:pPr indent="0" marL="0">
              <a:buNone/>
            </a:pPr>
            <a:r>
              <a:rPr lang="en-US" sz="1050" i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Marketing Team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588252" y="5321808"/>
            <a:ext cx="25443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+ full-channel execution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Content, creative &amp; landing pages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050274" y="5321808"/>
            <a:ext cx="23157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capture, routing &amp; CRM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Analytics, optimization &amp; reporting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908792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 · Digital Marketing &amp; Lead Generation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1091672" y="310896"/>
            <a:ext cx="457200" cy="457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091672" y="310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9171432" y="3108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8622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TIME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8897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90-Day Timeline &amp; KPIs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883664" y="1719072"/>
            <a:ext cx="8421624" cy="0"/>
          </a:xfrm>
          <a:prstGeom prst="line">
            <a:avLst/>
          </a:prstGeom>
          <a:noFill/>
          <a:ln w="25400">
            <a:solidFill>
              <a:srgbClr val="E4E0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91056" y="1426464"/>
            <a:ext cx="585216" cy="585216"/>
          </a:xfrm>
          <a:prstGeom prst="ellipse">
            <a:avLst/>
          </a:prstGeom>
          <a:solidFill>
            <a:srgbClr val="1A1E2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91056" y="142646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40080" y="2212848"/>
            <a:ext cx="2487168" cy="2971800"/>
          </a:xfrm>
          <a:prstGeom prst="roundRect">
            <a:avLst>
              <a:gd name="adj" fmla="val 294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237744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68680" y="2633472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&amp; Foundation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896112" y="3182112"/>
            <a:ext cx="20299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gathering &amp; audit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 &amp; keyword research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Dealer mapping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Lead-routing design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strategy · MoU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98264" y="1426464"/>
            <a:ext cx="585216" cy="585216"/>
          </a:xfrm>
          <a:prstGeom prst="ellipse">
            <a:avLst/>
          </a:prstGeom>
          <a:solidFill>
            <a:srgbClr val="1A1E2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98264" y="142646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3447288" y="2212848"/>
            <a:ext cx="2487168" cy="2971800"/>
          </a:xfrm>
          <a:prstGeom prst="roundRect">
            <a:avLst>
              <a:gd name="adj" fmla="val 294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675888" y="237744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3–4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75888" y="2633472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&amp; Launch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3703320" y="3182112"/>
            <a:ext cx="20299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&amp; landing pages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&amp; tracking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setup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&amp; creative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 · WhatsApp / email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205472" y="1426464"/>
            <a:ext cx="585216" cy="585216"/>
          </a:xfrm>
          <a:prstGeom prst="ellipse">
            <a:avLst/>
          </a:prstGeom>
          <a:solidFill>
            <a:srgbClr val="1A1E2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05472" y="142646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6254496" y="2212848"/>
            <a:ext cx="2487168" cy="2971800"/>
          </a:xfrm>
          <a:prstGeom prst="roundRect">
            <a:avLst>
              <a:gd name="adj" fmla="val 294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83096" y="237744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5–8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83096" y="2633472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Generate &amp; Optimize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510528" y="3182112"/>
            <a:ext cx="20299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SEO / SEM / SMM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posting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/ WhatsApp campaigns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Qualify &amp; assign leads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optimization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0012680" y="1426464"/>
            <a:ext cx="585216" cy="585216"/>
          </a:xfrm>
          <a:prstGeom prst="ellipse">
            <a:avLst/>
          </a:prstGeom>
          <a:solidFill>
            <a:srgbClr val="C6A15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12680" y="142646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061704" y="2212848"/>
            <a:ext cx="2487168" cy="2971800"/>
          </a:xfrm>
          <a:prstGeom prst="roundRect">
            <a:avLst>
              <a:gd name="adj" fmla="val 294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290304" y="237744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9–12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290304" y="2633472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9317736" y="3182112"/>
            <a:ext cx="20299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CPL, QL &amp; ROI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 campaigns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winning pages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6-month growth plan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32688" y="55046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KPIs   </a:t>
            </a:r>
            <a:pPr indent="0" marL="0">
              <a:buNone/>
            </a:pPr>
            <a:r>
              <a:rPr lang="en-US" sz="105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&amp; reported weekly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5815584"/>
            <a:ext cx="1440833" cy="457200"/>
          </a:xfrm>
          <a:prstGeom prst="roundRect">
            <a:avLst>
              <a:gd name="adj" fmla="val 16000"/>
            </a:avLst>
          </a:prstGeom>
          <a:solidFill>
            <a:srgbClr val="0E1116"/>
          </a:solidFill>
          <a:ln/>
        </p:spPr>
      </p:sp>
      <p:sp>
        <p:nvSpPr>
          <p:cNvPr id="32" name="Text 30"/>
          <p:cNvSpPr/>
          <p:nvPr/>
        </p:nvSpPr>
        <p:spPr>
          <a:xfrm>
            <a:off x="676656" y="5815584"/>
            <a:ext cx="13676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218073" y="5815584"/>
            <a:ext cx="1440833" cy="457200"/>
          </a:xfrm>
          <a:prstGeom prst="roundRect">
            <a:avLst>
              <a:gd name="adj" fmla="val 16000"/>
            </a:avLst>
          </a:prstGeom>
          <a:solidFill>
            <a:srgbClr val="0E1116"/>
          </a:solidFill>
          <a:ln/>
        </p:spPr>
      </p:sp>
      <p:sp>
        <p:nvSpPr>
          <p:cNvPr id="34" name="Text 32"/>
          <p:cNvSpPr/>
          <p:nvPr/>
        </p:nvSpPr>
        <p:spPr>
          <a:xfrm>
            <a:off x="2254649" y="5815584"/>
            <a:ext cx="13676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796066" y="5815584"/>
            <a:ext cx="1440833" cy="457200"/>
          </a:xfrm>
          <a:prstGeom prst="roundRect">
            <a:avLst>
              <a:gd name="adj" fmla="val 16000"/>
            </a:avLst>
          </a:prstGeom>
          <a:solidFill>
            <a:srgbClr val="0E1116"/>
          </a:solidFill>
          <a:ln/>
        </p:spPr>
      </p:sp>
      <p:sp>
        <p:nvSpPr>
          <p:cNvPr id="36" name="Text 34"/>
          <p:cNvSpPr/>
          <p:nvPr/>
        </p:nvSpPr>
        <p:spPr>
          <a:xfrm>
            <a:off x="3832642" y="5815584"/>
            <a:ext cx="13676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Leads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374059" y="5815584"/>
            <a:ext cx="1440833" cy="457200"/>
          </a:xfrm>
          <a:prstGeom prst="roundRect">
            <a:avLst>
              <a:gd name="adj" fmla="val 16000"/>
            </a:avLst>
          </a:prstGeom>
          <a:solidFill>
            <a:srgbClr val="0E1116"/>
          </a:solidFill>
          <a:ln/>
        </p:spPr>
      </p:sp>
      <p:sp>
        <p:nvSpPr>
          <p:cNvPr id="38" name="Text 36"/>
          <p:cNvSpPr/>
          <p:nvPr/>
        </p:nvSpPr>
        <p:spPr>
          <a:xfrm>
            <a:off x="5410635" y="5815584"/>
            <a:ext cx="13676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CPL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952053" y="5815584"/>
            <a:ext cx="1440833" cy="457200"/>
          </a:xfrm>
          <a:prstGeom prst="roundRect">
            <a:avLst>
              <a:gd name="adj" fmla="val 16000"/>
            </a:avLst>
          </a:prstGeom>
          <a:solidFill>
            <a:srgbClr val="0E1116"/>
          </a:solidFill>
          <a:ln/>
        </p:spPr>
      </p:sp>
      <p:sp>
        <p:nvSpPr>
          <p:cNvPr id="40" name="Text 38"/>
          <p:cNvSpPr/>
          <p:nvPr/>
        </p:nvSpPr>
        <p:spPr>
          <a:xfrm>
            <a:off x="6988629" y="5815584"/>
            <a:ext cx="13676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8530046" y="5815584"/>
            <a:ext cx="1440833" cy="457200"/>
          </a:xfrm>
          <a:prstGeom prst="roundRect">
            <a:avLst>
              <a:gd name="adj" fmla="val 16000"/>
            </a:avLst>
          </a:prstGeom>
          <a:solidFill>
            <a:srgbClr val="C6A15B"/>
          </a:solidFill>
          <a:ln/>
        </p:spPr>
      </p:sp>
      <p:sp>
        <p:nvSpPr>
          <p:cNvPr id="42" name="Text 40"/>
          <p:cNvSpPr/>
          <p:nvPr/>
        </p:nvSpPr>
        <p:spPr>
          <a:xfrm>
            <a:off x="8566622" y="5815584"/>
            <a:ext cx="13676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0108039" y="5815584"/>
            <a:ext cx="1440833" cy="457200"/>
          </a:xfrm>
          <a:prstGeom prst="roundRect">
            <a:avLst>
              <a:gd name="adj" fmla="val 16000"/>
            </a:avLst>
          </a:prstGeom>
          <a:solidFill>
            <a:srgbClr val="C6A15B"/>
          </a:solidFill>
          <a:ln/>
        </p:spPr>
      </p:sp>
      <p:sp>
        <p:nvSpPr>
          <p:cNvPr id="44" name="Text 42"/>
          <p:cNvSpPr/>
          <p:nvPr/>
        </p:nvSpPr>
        <p:spPr>
          <a:xfrm>
            <a:off x="10144615" y="5815584"/>
            <a:ext cx="13676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10908792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 · Digital Marketing &amp; Lead Generation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11091672" y="310896"/>
            <a:ext cx="457200" cy="457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1091672" y="310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</a:t>
            </a:r>
            <a:endParaRPr lang="en-US" sz="1700" dirty="0"/>
          </a:p>
        </p:txBody>
      </p:sp>
      <p:sp>
        <p:nvSpPr>
          <p:cNvPr id="49" name="Text 47"/>
          <p:cNvSpPr/>
          <p:nvPr/>
        </p:nvSpPr>
        <p:spPr>
          <a:xfrm>
            <a:off x="9171432" y="3108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Fab Luxe — Digital Marketing &amp; Lead Generation Strategy</dc:title>
  <dc:subject>PptxGenJS Presentation</dc:subject>
  <dc:creator>Fab Luxe</dc:creator>
  <cp:lastModifiedBy>Fab Luxe</cp:lastModifiedBy>
  <cp:revision>1</cp:revision>
  <dcterms:created xsi:type="dcterms:W3CDTF">2026-08-12T17:32:21Z</dcterms:created>
  <dcterms:modified xsi:type="dcterms:W3CDTF">2026-08-12T17:32:21Z</dcterms:modified>
</cp:coreProperties>
</file>