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Digital Marketing &amp; Lead Generation for Fab Luxe. Four pillars — Attract, Capture, Convert, Measure. Inside: services, approach, delivery model, 90-day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end-to-end funnel from traffic sources to conversion, via campaign &amp; product landing pages. Objective panel on the right; services strip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nine services with the concrete deliverable for each — SEO, SEM, SMO/SMM, website, campaign landing pages, lead capture &amp; routing, email &amp; WhatsApp, creative,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our approach (full-funnel, data-led, conversion-focused, always optimizing), our delivery model (dedicated pod, weekly sprints, transparent reporting, tools, single POC, monthly review), and a clean You-provide / We-deliver split between One Global/Fab Luxe and the Digital Marketing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90-day timeline — Plan &amp; Foundation (wk 1-2), Build &amp; Launch (wk 3-4), Generate &amp; Optimize (wk 5-8), Scale (wk 9-12), then ongoing growth. KPIs tracked weekly: traffic, leads, qualified leads, CPL, conversion rate, revenue,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937760" cy="768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4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 ·  LEAD GENERATION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&amp;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Generation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attract, capture, qualify and convert — turning digital visibility into measurable, qualified business for Fab Luxe.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2521458" cy="1097280"/>
          </a:xfrm>
          <a:prstGeom prst="roundRect">
            <a:avLst>
              <a:gd name="adj" fmla="val 666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773168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681728"/>
            <a:ext cx="1881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02352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SEM · Social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35858" y="4526280"/>
            <a:ext cx="2521458" cy="1097280"/>
          </a:xfrm>
          <a:prstGeom prst="roundRect">
            <a:avLst>
              <a:gd name="adj" fmla="val 666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0178" y="4773168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3938778" y="4681728"/>
            <a:ext cx="1881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10178" y="5102352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· WhatsApp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4526280"/>
            <a:ext cx="2521458" cy="1097280"/>
          </a:xfrm>
          <a:prstGeom prst="roundRect">
            <a:avLst>
              <a:gd name="adj" fmla="val 666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5956" y="4773168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6734556" y="4681728"/>
            <a:ext cx="1881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05956" y="5102352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· Assign · Follow-up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7414" y="4526280"/>
            <a:ext cx="2521458" cy="1097280"/>
          </a:xfrm>
          <a:prstGeom prst="roundRect">
            <a:avLst>
              <a:gd name="adj" fmla="val 6667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01734" y="4773168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0" name="Text 18"/>
          <p:cNvSpPr/>
          <p:nvPr/>
        </p:nvSpPr>
        <p:spPr>
          <a:xfrm>
            <a:off x="9530334" y="4681728"/>
            <a:ext cx="1881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01734" y="5102352"/>
            <a:ext cx="201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CPL · ROI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  </a:t>
            </a:r>
            <a:pPr indent="0" marL="0">
              <a:buNone/>
            </a:pPr>
            <a:r>
              <a:rPr lang="en-US" sz="1150" spc="100" kern="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·  Our Approach  ·  Delivery Model  ·  90-Day Timeline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1E2530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862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Lead-Generation Funnel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digital visibility, generate qualified leads, and convert them into measurable business.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6126480" cy="457200"/>
          </a:xfrm>
          <a:prstGeom prst="roundRect">
            <a:avLst>
              <a:gd name="adj" fmla="val 12000"/>
            </a:avLst>
          </a:prstGeom>
          <a:solidFill>
            <a:srgbClr val="262E3A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276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SEO · SEM · Social Media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20848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4420" y="2203704"/>
            <a:ext cx="5532120" cy="457200"/>
          </a:xfrm>
          <a:prstGeom prst="roundRect">
            <a:avLst>
              <a:gd name="adj" fmla="val 1200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4420" y="220370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Product Landing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3320" y="266090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77977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779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· WhatsApp · 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23697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68780" y="3355848"/>
            <a:ext cx="4343400" cy="457200"/>
          </a:xfrm>
          <a:prstGeom prst="roundRect">
            <a:avLst>
              <a:gd name="adj" fmla="val 1200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68780" y="3355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381304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39319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6596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Assignment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63140" y="4507992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1E2530"/>
          </a:solidFill>
          <a:ln w="12700">
            <a:solidFill>
              <a:srgbClr val="262E3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63140" y="45079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03320" y="496519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508406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C6A15B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5084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52360" y="1627632"/>
            <a:ext cx="4096512" cy="3986784"/>
          </a:xfrm>
          <a:prstGeom prst="roundRect">
            <a:avLst>
              <a:gd name="adj" fmla="val 1835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65592" y="2249424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get found across search + social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65592" y="3182112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route &amp; qualify real buyers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65592" y="411480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sales → close → revenue &amp; ROI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0" y="5138928"/>
            <a:ext cx="3456432" cy="0"/>
          </a:xfrm>
          <a:prstGeom prst="line">
            <a:avLst/>
          </a:prstGeom>
          <a:noFill/>
          <a:ln w="12700">
            <a:solidFill>
              <a:srgbClr val="262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523036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tracked &amp; reported.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870448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 </a:t>
            </a:r>
            <a:pPr algn="ctr" indent="0" marL="0">
              <a:buNone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SMO · SEM · SMM · Website · Landing Pages · Lead Capture &amp; Routing · Email &amp; WhatsApp · Social &amp; Paid Boosting · Graphics / Video / Content · Analytics &amp; Reporting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 · Digital Marketing &amp; Lead Generation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862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653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810512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Local SEO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44144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organic + Google Maps rankings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3024" y="1572768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7344" y="18653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4657344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1704" y="1810512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· Google Ads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75632" y="244144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paid leads, fast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5968" y="1572768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0288" y="18653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17" name="Text 15"/>
          <p:cNvSpPr/>
          <p:nvPr/>
        </p:nvSpPr>
        <p:spPr>
          <a:xfrm>
            <a:off x="840028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94648" y="1810512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 / SMM · Boosting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8576" y="244144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growth + paid amplification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4930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343814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Design &amp; Mgmt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688" y="4069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global, conversion-ready site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3024" y="32004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7344" y="34930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27" name="Text 25"/>
          <p:cNvSpPr/>
          <p:nvPr/>
        </p:nvSpPr>
        <p:spPr>
          <a:xfrm>
            <a:off x="4657344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1704" y="343814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Landing Pages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75632" y="4069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High-converting pages · WhatsApp / Call CTAs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5968" y="32004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00288" y="34930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32" name="Text 30"/>
          <p:cNvSpPr/>
          <p:nvPr/>
        </p:nvSpPr>
        <p:spPr>
          <a:xfrm>
            <a:off x="840028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94648" y="343814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Capture &amp; Routing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18576" y="406908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→ CRM → sales assignment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4828032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08760" y="5065776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WhatsApp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32688" y="5696712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nurture &amp; broadcasts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3024" y="4828032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57344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1E24"/>
          </a:solidFill>
          <a:ln/>
        </p:spPr>
      </p:sp>
      <p:sp>
        <p:nvSpPr>
          <p:cNvPr id="42" name="Text 40"/>
          <p:cNvSpPr/>
          <p:nvPr/>
        </p:nvSpPr>
        <p:spPr>
          <a:xfrm>
            <a:off x="4657344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1704" y="5065776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Graphics · Video · Content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4675632" y="5696712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Scroll-stopping creative &amp; posts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25968" y="4828032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400288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6A15B"/>
          </a:solidFill>
          <a:ln/>
        </p:spPr>
      </p:sp>
      <p:sp>
        <p:nvSpPr>
          <p:cNvPr id="47" name="Text 45"/>
          <p:cNvSpPr/>
          <p:nvPr/>
        </p:nvSpPr>
        <p:spPr>
          <a:xfrm>
            <a:off x="8400288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94648" y="5065776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Reporting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418576" y="5696712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tracking &amp; ROI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 · Digital Marketing &amp; Lead Generation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862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&amp; Delivery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46504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Full-Funnel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 from click to close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508760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96512" y="1746504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0756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analytics, tracking &amp; CPL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08376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24612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3172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Conversion-Focused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753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&amp; CTAs built to convert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3008376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96512" y="3246120"/>
            <a:ext cx="128016" cy="12801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3172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Optimizing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35753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tests — scale what 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1508760"/>
            <a:ext cx="4416552" cy="2999232"/>
          </a:xfrm>
          <a:prstGeom prst="roundRect">
            <a:avLst>
              <a:gd name="adj" fmla="val 2439"/>
            </a:avLst>
          </a:prstGeom>
          <a:solidFill>
            <a:srgbClr val="0E1116"/>
          </a:solidFill>
          <a:ln/>
          <a:effectLst>
            <a:outerShdw sx="100000" sy="100000" kx="0" ky="0" algn="bl" rotWithShape="0" blurRad="101600" dist="381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69164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103120"/>
            <a:ext cx="3730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marketing pod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weekly sprints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weekly reporting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 &amp; tracking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5271516" cy="1481328"/>
          </a:xfrm>
          <a:prstGeom prst="roundRect">
            <a:avLst>
              <a:gd name="adj" fmla="val 4938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91947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Provide   </a:t>
            </a:r>
            <a:pPr indent="0" marL="0">
              <a:buNone/>
            </a:pPr>
            <a:r>
              <a:rPr lang="en-US" sz="105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· Fab Luxe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" y="5321808"/>
            <a:ext cx="25443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assets &amp; guidelines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 &amp; content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2998" y="532180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to close leads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7356" y="4754880"/>
            <a:ext cx="5271516" cy="1481328"/>
          </a:xfrm>
          <a:prstGeom prst="roundRect">
            <a:avLst>
              <a:gd name="adj" fmla="val 4938"/>
            </a:avLst>
          </a:prstGeom>
          <a:solidFill>
            <a:srgbClr val="0E1116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51676" y="4919472"/>
            <a:ext cx="4722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Deliver   </a:t>
            </a:r>
            <a:pPr indent="0" marL="0">
              <a:buNone/>
            </a:pPr>
            <a:r>
              <a:rPr lang="en-US" sz="105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Team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8252" y="5321808"/>
            <a:ext cx="25443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+ full-channel execution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creative &amp; landing pages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0274" y="532180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capture, routing &amp; CRM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optimization &amp; reporting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 · Digital Marketing &amp; Lead Generation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210312"/>
            <a:ext cx="862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649224"/>
            <a:ext cx="146304" cy="146304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50292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Timeline &amp; KPIs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83664" y="1719072"/>
            <a:ext cx="8421624" cy="0"/>
          </a:xfrm>
          <a:prstGeom prst="line">
            <a:avLst/>
          </a:prstGeom>
          <a:noFill/>
          <a:ln w="25400">
            <a:solidFill>
              <a:srgbClr val="E4E0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1426464"/>
            <a:ext cx="585216" cy="585216"/>
          </a:xfrm>
          <a:prstGeom prst="ellipse">
            <a:avLst/>
          </a:prstGeom>
          <a:solidFill>
            <a:srgbClr val="1A1E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14264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Foundation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96112" y="3182112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audit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&amp; keyword research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market mapping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Lead-routing design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· MoU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98264" y="1426464"/>
            <a:ext cx="585216" cy="585216"/>
          </a:xfrm>
          <a:prstGeom prst="ellipse">
            <a:avLst/>
          </a:prstGeom>
          <a:solidFill>
            <a:srgbClr val="1A1E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4264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47288" y="2212848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75888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75888" y="2633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Launch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703320" y="3182112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landing pages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tracking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setup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creative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· WhatsApp / email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05472" y="1426464"/>
            <a:ext cx="585216" cy="585216"/>
          </a:xfrm>
          <a:prstGeom prst="ellipse">
            <a:avLst/>
          </a:prstGeom>
          <a:solidFill>
            <a:srgbClr val="1A1E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4264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C8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54496" y="2212848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83096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2633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&amp; Optimize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10528" y="3182112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SEO / SEM / SMM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posting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WhatsApp campaigns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&amp; assign leads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optimization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12680" y="1426464"/>
            <a:ext cx="585216" cy="585216"/>
          </a:xfrm>
          <a:prstGeom prst="ellipse">
            <a:avLst/>
          </a:prstGeom>
          <a:solidFill>
            <a:srgbClr val="C6A1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14264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61704" y="2212848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3F1EA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90304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90304" y="2633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317736" y="3182112"/>
            <a:ext cx="20299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CPL, QL &amp; ROI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campaigns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pages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6-month growth plan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2688" y="5504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  </a:t>
            </a:r>
            <a:pPr indent="0" marL="0">
              <a:buNone/>
            </a:pPr>
            <a:r>
              <a:rPr lang="en-US" sz="10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&amp; reported weekly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0E111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18073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0E1116"/>
          </a:solidFill>
          <a:ln/>
        </p:spPr>
      </p:sp>
      <p:sp>
        <p:nvSpPr>
          <p:cNvPr id="34" name="Text 32"/>
          <p:cNvSpPr/>
          <p:nvPr/>
        </p:nvSpPr>
        <p:spPr>
          <a:xfrm>
            <a:off x="2254649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96066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0E1116"/>
          </a:solidFill>
          <a:ln/>
        </p:spPr>
      </p:sp>
      <p:sp>
        <p:nvSpPr>
          <p:cNvPr id="36" name="Text 34"/>
          <p:cNvSpPr/>
          <p:nvPr/>
        </p:nvSpPr>
        <p:spPr>
          <a:xfrm>
            <a:off x="3832642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74059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0E1116"/>
          </a:solidFill>
          <a:ln/>
        </p:spPr>
      </p:sp>
      <p:sp>
        <p:nvSpPr>
          <p:cNvPr id="38" name="Text 36"/>
          <p:cNvSpPr/>
          <p:nvPr/>
        </p:nvSpPr>
        <p:spPr>
          <a:xfrm>
            <a:off x="5410635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52053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0E1116"/>
          </a:solidFill>
          <a:ln/>
        </p:spPr>
      </p:sp>
      <p:sp>
        <p:nvSpPr>
          <p:cNvPr id="40" name="Text 38"/>
          <p:cNvSpPr/>
          <p:nvPr/>
        </p:nvSpPr>
        <p:spPr>
          <a:xfrm>
            <a:off x="6988629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3C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30046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C6A15B"/>
          </a:solidFill>
          <a:ln/>
        </p:spPr>
      </p:sp>
      <p:sp>
        <p:nvSpPr>
          <p:cNvPr id="42" name="Text 40"/>
          <p:cNvSpPr/>
          <p:nvPr/>
        </p:nvSpPr>
        <p:spPr>
          <a:xfrm>
            <a:off x="8566622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108039" y="5815584"/>
            <a:ext cx="1440833" cy="457200"/>
          </a:xfrm>
          <a:prstGeom prst="roundRect">
            <a:avLst>
              <a:gd name="adj" fmla="val 16000"/>
            </a:avLst>
          </a:prstGeom>
          <a:solidFill>
            <a:srgbClr val="C6A15B"/>
          </a:solidFill>
          <a:ln/>
        </p:spPr>
      </p:sp>
      <p:sp>
        <p:nvSpPr>
          <p:cNvPr id="44" name="Text 42"/>
          <p:cNvSpPr/>
          <p:nvPr/>
        </p:nvSpPr>
        <p:spPr>
          <a:xfrm>
            <a:off x="10144615" y="5815584"/>
            <a:ext cx="1367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90879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 · Digital Marketing &amp; Lead Generation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1091672" y="3108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91672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9171432" y="3108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LUXE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 Luxe — Digital Marketing &amp; Lead Generation Strategy</dc:title>
  <dc:subject>PptxGenJS Presentation</dc:subject>
  <dc:creator>Fab Luxe</dc:creator>
  <cp:lastModifiedBy>Fab Luxe</cp:lastModifiedBy>
  <cp:revision>1</cp:revision>
  <dcterms:created xsi:type="dcterms:W3CDTF">2026-08-20T17:37:02Z</dcterms:created>
  <dcterms:modified xsi:type="dcterms:W3CDTF">2026-08-20T17:37:02Z</dcterms:modified>
</cp:coreProperties>
</file>